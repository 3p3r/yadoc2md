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685800" y="914400"/>
            <a:ext cx="7772400" cy="914400"/>
          </a:xfrm>
        </p:spPr>
        <p:txBody>
          <a:bodyPr/>
          <a:lstStyle/>
          <a:p>
            <a:r>
              <a:rPr lang="en-US" sz="2800" b="1"/>
              <a:t>Sample PPTX Fixture</a:t>
            </a:r>
            <a:endParaRPr lang="en-US"/>
          </a:p>
          <a:p>
            <a:r>
              <a:rPr lang="en-US" sz="1800"/>
              <a:t>PPTXjs should render this slide in the presentation viewer.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PPTX Fixture</dc:title>
  <dc:creator>GitHub Copilot</dc:creator>
</cp:coreProperties>
</file>